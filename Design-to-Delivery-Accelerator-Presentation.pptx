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Design-to-Delivery Accelerator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Prompt Intelligence Engine (PIE) + RAG for pharma brief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repo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pharma content teams to generate submission-ready briefs.</a:t>
            </a:r>
          </a:p>
          <a:p>
            <a:pPr/>
            <a:r>
              <a:t>Combines prompt intelligence, compliance review, and content building.</a:t>
            </a:r>
          </a:p>
          <a:p>
            <a:pPr/>
            <a:r>
              <a:t>Supports governance with structured findings and submission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TypeScript + Vite deployed on Vercel.</a:t>
            </a:r>
          </a:p>
          <a:p>
            <a:pPr/>
            <a:r>
              <a:t>Backend: Supabase Edge Functions for protected AI and compliance APIs.</a:t>
            </a:r>
          </a:p>
          <a:p>
            <a:pPr/>
            <a:r>
              <a:t>Optional local prototypes: pie-engine and rag engine for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PIE analyzes prompts for jurisdiction, risk, tone, and readability.</a:t>
            </a:r>
          </a:p>
          <a:p>
            <a:pPr/>
            <a:r>
              <a:t>RAG retrieves pharma context to ground generation and review.</a:t>
            </a:r>
          </a:p>
          <a:p>
            <a:pPr/>
            <a:r>
              <a:t>AI generation is steered via enriched prompts and structured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Classifier and review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pie-classify: scores briefs using rule-based risk and audience logic.</a:t>
            </a:r>
          </a:p>
          <a:p>
            <a:pPr/>
            <a:r>
              <a:t>generate-brief: uses enriched prompt + RAG context to generate structured copy.</a:t>
            </a:r>
          </a:p>
          <a:p>
            <a:pPr/>
            <a:r>
              <a:t>review-content: model-based compliance review with severity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on Vercel with public Supabase client keys.</a:t>
            </a:r>
          </a:p>
          <a:p>
            <a:pPr/>
            <a:r>
              <a:t>Backend on Supabase Functions with secrets in function settings.</a:t>
            </a:r>
          </a:p>
          <a:p>
            <a:pPr/>
            <a:r>
              <a:t>No secrets committed to Git; .env remains local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src/ - frontend app and UI workflow.</a:t>
            </a:r>
          </a:p>
          <a:p>
            <a:pPr/>
            <a:r>
              <a:t>supabase/functions/ - deployed backend AI functions.</a:t>
            </a:r>
          </a:p>
          <a:p>
            <a:pPr/>
            <a:r>
              <a:t>pie-engine/ - optional local prototype for prompt logic.</a:t>
            </a:r>
          </a:p>
          <a:p>
            <a:pPr/>
            <a:r>
              <a:t>rag engine/ - optional local RAG engine demo.</a:t>
            </a:r>
          </a:p>
          <a:p>
            <a:pPr/>
            <a:r>
              <a:t>tests/ - unit and E2E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